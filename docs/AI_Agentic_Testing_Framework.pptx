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2011680" cy="201168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31520"/>
            <a:ext cx="2560320" cy="320040"/>
          </a:xfrm>
          <a:prstGeom prst="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31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PORTFOLIO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Agentic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 Framework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</a:rPr>
              <a:t>Autonomous agent execution · Self-healing locators · LLM test generation · AI visual assertions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1508760" cy="3474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Playwright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21408" y="3657600"/>
            <a:ext cx="1508760" cy="3474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21408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Claude 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85616" y="3657600"/>
            <a:ext cx="1508760" cy="3474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85616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Node.js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49824" y="3657600"/>
            <a:ext cx="1508760" cy="3474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9824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GitHub Actions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14032" y="3657600"/>
            <a:ext cx="1508760" cy="3474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14032" y="36576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TypeScript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David Odidi  ·  QA Automation Engineer  ·  github.com/davidodidi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PROBLEM WITH TRADITIONAL TEST AUTOMATION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54864" cy="16916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9784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Brittle Selectors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3716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 single UI refactor breaks dozens of tests. Teams spend more time fixing tests than writing new ones.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8686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868680"/>
            <a:ext cx="54864" cy="16916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5156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9784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Manual Test Writing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92040" y="13716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Engineers hand-write hundreds of test cases from specs — slow, error-prone, and never truly complete.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20040" y="278892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788920"/>
            <a:ext cx="54864" cy="16916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7180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2898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Visual Regressions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57200" y="32918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Pixel-diff tools require constant baseline maintenance and generate false positives on every minor UI change.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278892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788920"/>
            <a:ext cx="54864" cy="16916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97180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2898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Zero Adaptability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892040" y="32918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Traditional scripts follow rigid paths — any unexpected pop-up or redirect causes cascading failures.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Result: High maintenance costs, low confidence, slow delivery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SOLUTION: AI-DRIVEN AGENTIC TESTING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4B8A6"/>
                </a:solidFill>
              </a:rPr>
              <a:t>Replace rigid scripts with an AI agent that thinks, plans, and adapts.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60520" cy="1645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5453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Agent Execution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8912" y="198424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Give the agent a natural-language goal. It asks Claude to decompose it into browser steps, then executes them autonomously.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417320"/>
            <a:ext cx="4160520" cy="1645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0020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5453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</a:rPr>
              <a:t>Self-Healing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919472" y="198424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When a locator breaks, the agent extracts the live DOM, asks Claude for a replacement, and retries — zero human intervention.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74320" y="3246120"/>
            <a:ext cx="4160520" cy="1645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2900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33741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AI Test Generation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38912" y="381304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Feed an API spec or user story to the generator and receive a complete, categorized test suite in seconds.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754880" y="3246120"/>
            <a:ext cx="4160520" cy="1645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42900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40680" y="33741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Visual Intelligence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919472" y="381304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Claude analyzes screenshots against natural-language expectations — no brittle pixel baselines to maintain.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SYSTEM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011680" cy="10058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Natural Language Goal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Plain-English test intent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14400"/>
            <a:ext cx="2011680" cy="10058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7744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Claude LLM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Decomposes goal → JSON step plan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2011680" cy="10058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Playwright Executor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navigate · click · fill · assert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914400"/>
            <a:ext cx="2011680" cy="10058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HTML + JSON Report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Pass rate, healing stats, screenshots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94560" y="1417320"/>
            <a:ext cx="1828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1417320"/>
            <a:ext cx="1828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1417320"/>
            <a:ext cx="1828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2286000"/>
            <a:ext cx="45720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0" y="2286000"/>
            <a:ext cx="54864" cy="86868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21" name="Text 19"/>
          <p:cNvSpPr/>
          <p:nvPr/>
        </p:nvSpPr>
        <p:spPr>
          <a:xfrm>
            <a:off x="2423160" y="23317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⚡  Self-Healing Loop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23160" y="26700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Step fails → DOM snapshot extracted → Claude identifies replacement selector → Step retried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337560"/>
            <a:ext cx="41605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337560"/>
            <a:ext cx="54864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383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Test Generator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3749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POST /endpoint spec → full test suite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40965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User story → E2E Playwright tests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44439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Covers: happy path, negatives, security, schema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337560"/>
            <a:ext cx="41605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337560"/>
            <a:ext cx="54864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383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Visual Assertion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83480" y="3749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Screenshot + expectation → Claude analysis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40965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No pixel baselines to maintain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44439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Detects layout breaks, missing CTAs, UX issues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SELF-HEALING LOCATORS — HOW IT WORKS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7772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7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1965960" cy="18288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600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Selector Breaks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20116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Test step tries to click "#loginBtn"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Element not found — step would normally fail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90672" y="7772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090672" y="7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450592" y="1554480"/>
            <a:ext cx="1965960" cy="18288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50592" y="1600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DOM Snapshot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23744" y="20116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Agent extracts up to 80 interactive elements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from the live DOM (tags, IDs, text, ARIA labels)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66944" y="7772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266944" y="7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626864" y="1554480"/>
            <a:ext cx="1965960" cy="18288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26864" y="1600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Claude Analyzes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0016" y="20116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Snapshot + failed selector sent to Claude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"Find the element that best matches this intent"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43216" y="7772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7443216" y="7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803136" y="1554480"/>
            <a:ext cx="1965960" cy="18288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03136" y="1600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Healed &amp; Retried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76288" y="20116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Claude returns: [data-testid="login-button"]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Step retried with new selector → PASSED ✅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48840" y="2468880"/>
            <a:ext cx="164592" cy="0"/>
          </a:xfrm>
          <a:prstGeom prst="line">
            <a:avLst/>
          </a:prstGeom>
          <a:noFill/>
          <a:ln w="25400">
            <a:solidFill>
              <a:srgbClr val="FCD3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25112" y="2468880"/>
            <a:ext cx="164592" cy="0"/>
          </a:xfrm>
          <a:prstGeom prst="line">
            <a:avLst/>
          </a:prstGeom>
          <a:noFill/>
          <a:ln w="25400">
            <a:solidFill>
              <a:srgbClr val="FCD3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01384" y="2468880"/>
            <a:ext cx="164592" cy="0"/>
          </a:xfrm>
          <a:prstGeom prst="line">
            <a:avLst/>
          </a:prstGeom>
          <a:noFill/>
          <a:ln w="25400">
            <a:solidFill>
              <a:srgbClr val="FCD3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611880"/>
            <a:ext cx="8595360" cy="12344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</a:rPr>
              <a:t>~85%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91440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Healing Success Rate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6324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</a:rPr>
              <a:t>&lt; 2s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306324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Avg Heal Time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</a:rPr>
              <a:t>100%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521208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Cache Hit Reuse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6092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</a:rPr>
              <a:t>0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736092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Manual Fixes Needed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LLM TEST GENERATION — FROM SPEC TO SUITE IN SECONDS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393192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77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INPUT: Endpoint Specification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method: "POST",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path: "/users",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requestBody: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email: "string",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password: "string",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role: "admin|user"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responseSchema: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"number",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token: "string"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2788920"/>
            <a:ext cx="64008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25146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⚡ Claude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777240"/>
            <a:ext cx="393192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777240"/>
            <a:ext cx="393192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777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OUTPUT: Generated Test Suite (10 tests)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4920" y="132588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✅  201 Created — valid registration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165506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✅  Response has id, token fields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198424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❌  400 — missing email field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231343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❌  422 — invalid email format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2642616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❌  400 — password too short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297180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🔒  401 — unauthorized duplicate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330098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🛡️  SQL injection in email field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363016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🛡️  XSS payload in name field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395935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⏱️  Response time &lt; 2000ms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4288536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📋  Schema matches contract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 VISUAL ASSERTION — NO PIXEL BASELINES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4069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6052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772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Traditional Visual Testing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</a:rPr>
              <a:t>• Capture baseline screenshots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928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• Compare pixel-by-pixel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• Every font/color change = false positive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9864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• Hundreds of baselines to maintain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015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• Breaks on every responsive resize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90448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• Requires human review of diffs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777240"/>
            <a:ext cx="4160520" cy="4069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777240"/>
            <a:ext cx="41605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7772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Visual Assertion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38988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• Take screenshot of current page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8928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• Describe expectation in plain English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3957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• Claude understands intent, not pixels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89864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• No baselines — knowledge is the baseline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4015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• Works across devices and themes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90448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• Returns confidence score + issue list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59028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{ passed: true, confidence: 96, issues: [], explanation: "Checkout page shows order summary with items and total as expected" 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CI/CD PIPELINE &amp; TECH STACK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1965960" cy="65836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82296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Push to GitHub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822960"/>
            <a:ext cx="1965960" cy="65836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77440" y="82296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GitHub Actions triggers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1965960" cy="65836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82296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Install &amp; Playwright install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822960"/>
            <a:ext cx="1965960" cy="65836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82296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Agentic E2E Tests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2194560"/>
            <a:ext cx="1965960" cy="65836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2880" y="219456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AI API Test Generation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77440" y="2194560"/>
            <a:ext cx="1965960" cy="65836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77440" y="219456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Playwright runs generated tests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194560"/>
            <a:ext cx="1965960" cy="65836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219456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Artifacts uploaded (30 days)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3063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Tech Stack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3474720"/>
            <a:ext cx="2743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74720"/>
            <a:ext cx="4572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520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Playwright 1.44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82219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Browser Automation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3474720"/>
            <a:ext cx="2743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3474720"/>
            <a:ext cx="4572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3520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Claude AI (Anthropic)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37560" y="382219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LLM Reasoning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3474720"/>
            <a:ext cx="2743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3474720"/>
            <a:ext cx="4572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3520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Node.js 20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63640" y="382219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Runtime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251960"/>
            <a:ext cx="2743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4251960"/>
            <a:ext cx="4572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4297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GitHub Actions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11480" y="45994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CI/CD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0" y="4251960"/>
            <a:ext cx="2743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0" y="4251960"/>
            <a:ext cx="4572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3337560" y="4297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@anthropic-ai/sdk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37560" y="45994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 Integration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4251960"/>
            <a:ext cx="2743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4251960"/>
            <a:ext cx="4572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4297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TypeScript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63640" y="45994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Type Safety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RESULTS &amp; KEY METRICS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1965960" cy="2011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601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</a:rPr>
              <a:t>~85%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20040" y="17830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Selector Healing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Success Rate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822960"/>
            <a:ext cx="1965960" cy="2011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601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CD34D"/>
                </a:solidFill>
              </a:rPr>
              <a:t>8–12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468880" y="17830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Tests Generated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 Endpoint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1965960" cy="2011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9601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C55E"/>
                </a:solidFill>
              </a:rPr>
              <a:t>&lt; 4min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17720" y="17830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Full CI Pipeline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Duration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822960"/>
            <a:ext cx="1965960" cy="2011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9601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78BFA"/>
                </a:solidFill>
              </a:rPr>
              <a:t>96%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766560" y="17830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AI Visual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Confidence 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30175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AI vs Traditional: Time Comparison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" y="3474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Manual test writing per endpoint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3511296"/>
            <a:ext cx="2304288" cy="256032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190488" y="35112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90min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0" y="3776472"/>
            <a:ext cx="204826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091026" y="37764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8min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39776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Time to fix broken selector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0" y="4014216"/>
            <a:ext cx="512064" cy="256032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398264" y="40142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20min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0" y="4279392"/>
            <a:ext cx="137160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023360" y="42793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2min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4480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Visual test baseline maintenance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40480" y="4517136"/>
            <a:ext cx="2560320" cy="256032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45171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100%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0" y="4782312"/>
            <a:ext cx="137160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023360" y="47823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0 (eliminated)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</a:rPr>
              <a:t>This project demonstrates applied AI in QA automation —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</a:rPr>
              <a:t>not a concept, but working production-quality code.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GitHub: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7889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github.com/davidodidi/ai-testing-agent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Stack: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32918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Playwright · Claude AI · Node.js · GitHub Actions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Email: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00200" y="37947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Available for SDET / QA Automation roles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David Odidi  ·  QA Automation Engineer  ·  github.com/davidodidi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Agentic Testing Framework</dc:title>
  <dc:subject>PptxGenJS Presentation</dc:subject>
  <dc:creator>David Odidi</dc:creator>
  <cp:lastModifiedBy>David Odidi</cp:lastModifiedBy>
  <cp:revision>1</cp:revision>
  <dcterms:created xsi:type="dcterms:W3CDTF">2026-03-09T17:47:27Z</dcterms:created>
  <dcterms:modified xsi:type="dcterms:W3CDTF">2026-03-09T17:47:27Z</dcterms:modified>
</cp:coreProperties>
</file>